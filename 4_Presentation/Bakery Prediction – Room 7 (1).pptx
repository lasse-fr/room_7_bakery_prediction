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4" r:id="rId6"/>
    <p:sldId id="268" r:id="rId7"/>
    <p:sldId id="265" r:id="rId8"/>
    <p:sldId id="269" r:id="rId9"/>
    <p:sldId id="270" r:id="rId10"/>
    <p:sldId id="271" r:id="rId11"/>
    <p:sldId id="272" r:id="rId12"/>
    <p:sldId id="276" r:id="rId13"/>
    <p:sldId id="273" r:id="rId14"/>
    <p:sldId id="274" r:id="rId15"/>
    <p:sldId id="275" r:id="rId16"/>
    <p:sldId id="277" r:id="rId17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48" autoAdjust="0"/>
  </p:normalViewPr>
  <p:slideViewPr>
    <p:cSldViewPr snapToGrid="0">
      <p:cViewPr varScale="1">
        <p:scale>
          <a:sx n="103" d="100"/>
          <a:sy n="103" d="100"/>
        </p:scale>
        <p:origin x="138" y="14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9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e Frohnert" userId="d1f8b82d87263f84" providerId="LiveId" clId="{23A59273-4DC0-4E2E-9E88-EAFCDCE23E63}"/>
    <pc:docChg chg="undo custSel addSld delSld modSld sldOrd modMainMaster">
      <pc:chgData name="Lasse Frohnert" userId="d1f8b82d87263f84" providerId="LiveId" clId="{23A59273-4DC0-4E2E-9E88-EAFCDCE23E63}" dt="2026-01-08T14:48:36.404" v="1387" actId="1076"/>
      <pc:docMkLst>
        <pc:docMk/>
      </pc:docMkLst>
      <pc:sldChg chg="del">
        <pc:chgData name="Lasse Frohnert" userId="d1f8b82d87263f84" providerId="LiveId" clId="{23A59273-4DC0-4E2E-9E88-EAFCDCE23E63}" dt="2026-01-08T13:49:24.098" v="483" actId="2696"/>
        <pc:sldMkLst>
          <pc:docMk/>
          <pc:sldMk cId="497607547" sldId="258"/>
        </pc:sldMkLst>
      </pc:sldChg>
      <pc:sldChg chg="del">
        <pc:chgData name="Lasse Frohnert" userId="d1f8b82d87263f84" providerId="LiveId" clId="{23A59273-4DC0-4E2E-9E88-EAFCDCE23E63}" dt="2026-01-08T13:49:32.408" v="484" actId="2696"/>
        <pc:sldMkLst>
          <pc:docMk/>
          <pc:sldMk cId="4209322005" sldId="259"/>
        </pc:sldMkLst>
      </pc:sldChg>
      <pc:sldChg chg="modSp del mod">
        <pc:chgData name="Lasse Frohnert" userId="d1f8b82d87263f84" providerId="LiveId" clId="{23A59273-4DC0-4E2E-9E88-EAFCDCE23E63}" dt="2026-01-08T14:47:09.251" v="1316" actId="2696"/>
        <pc:sldMkLst>
          <pc:docMk/>
          <pc:sldMk cId="3501347425" sldId="260"/>
        </pc:sldMkLst>
        <pc:spChg chg="mod">
          <ac:chgData name="Lasse Frohnert" userId="d1f8b82d87263f84" providerId="LiveId" clId="{23A59273-4DC0-4E2E-9E88-EAFCDCE23E63}" dt="2026-01-08T13:49:48.438" v="494" actId="20577"/>
          <ac:spMkLst>
            <pc:docMk/>
            <pc:sldMk cId="3501347425" sldId="260"/>
            <ac:spMk id="2" creationId="{0F87E73C-2B1A-4602-BFBE-CFE1E55D9B38}"/>
          </ac:spMkLst>
        </pc:spChg>
      </pc:sldChg>
      <pc:sldChg chg="del">
        <pc:chgData name="Lasse Frohnert" userId="d1f8b82d87263f84" providerId="LiveId" clId="{23A59273-4DC0-4E2E-9E88-EAFCDCE23E63}" dt="2026-01-08T13:49:16.665" v="482" actId="2696"/>
        <pc:sldMkLst>
          <pc:docMk/>
          <pc:sldMk cId="1703342593" sldId="261"/>
        </pc:sldMkLst>
      </pc:sldChg>
      <pc:sldChg chg="modSp mod">
        <pc:chgData name="Lasse Frohnert" userId="d1f8b82d87263f84" providerId="LiveId" clId="{23A59273-4DC0-4E2E-9E88-EAFCDCE23E63}" dt="2026-01-08T13:16:40.802" v="54" actId="14"/>
        <pc:sldMkLst>
          <pc:docMk/>
          <pc:sldMk cId="2011287021" sldId="264"/>
        </pc:sldMkLst>
        <pc:spChg chg="mod">
          <ac:chgData name="Lasse Frohnert" userId="d1f8b82d87263f84" providerId="LiveId" clId="{23A59273-4DC0-4E2E-9E88-EAFCDCE23E63}" dt="2026-01-08T13:16:24.170" v="47" actId="20577"/>
          <ac:spMkLst>
            <pc:docMk/>
            <pc:sldMk cId="2011287021" sldId="264"/>
            <ac:spMk id="3" creationId="{B5EFC23C-2C23-447C-8BEB-4410A432161D}"/>
          </ac:spMkLst>
        </pc:spChg>
        <pc:spChg chg="mod">
          <ac:chgData name="Lasse Frohnert" userId="d1f8b82d87263f84" providerId="LiveId" clId="{23A59273-4DC0-4E2E-9E88-EAFCDCE23E63}" dt="2026-01-08T13:16:40.802" v="54" actId="14"/>
          <ac:spMkLst>
            <pc:docMk/>
            <pc:sldMk cId="2011287021" sldId="264"/>
            <ac:spMk id="4" creationId="{5B60A796-ABD0-4942-B8E9-225816437ABC}"/>
          </ac:spMkLst>
        </pc:spChg>
      </pc:sldChg>
      <pc:sldChg chg="addSp delSp modSp mod">
        <pc:chgData name="Lasse Frohnert" userId="d1f8b82d87263f84" providerId="LiveId" clId="{23A59273-4DC0-4E2E-9E88-EAFCDCE23E63}" dt="2026-01-08T13:31:31.669" v="111" actId="1076"/>
        <pc:sldMkLst>
          <pc:docMk/>
          <pc:sldMk cId="826606844" sldId="265"/>
        </pc:sldMkLst>
        <pc:spChg chg="mod">
          <ac:chgData name="Lasse Frohnert" userId="d1f8b82d87263f84" providerId="LiveId" clId="{23A59273-4DC0-4E2E-9E88-EAFCDCE23E63}" dt="2026-01-08T13:13:34.035" v="9" actId="20577"/>
          <ac:spMkLst>
            <pc:docMk/>
            <pc:sldMk cId="826606844" sldId="265"/>
            <ac:spMk id="2" creationId="{06A2FAC3-0921-48B0-82C5-FDC544B674FA}"/>
          </ac:spMkLst>
        </pc:spChg>
        <pc:spChg chg="del mod">
          <ac:chgData name="Lasse Frohnert" userId="d1f8b82d87263f84" providerId="LiveId" clId="{23A59273-4DC0-4E2E-9E88-EAFCDCE23E63}" dt="2026-01-08T13:27:10.527" v="61" actId="478"/>
          <ac:spMkLst>
            <pc:docMk/>
            <pc:sldMk cId="826606844" sldId="265"/>
            <ac:spMk id="3" creationId="{B5EFC23C-2C23-447C-8BEB-4410A432161D}"/>
          </ac:spMkLst>
        </pc:spChg>
        <pc:spChg chg="del mod">
          <ac:chgData name="Lasse Frohnert" userId="d1f8b82d87263f84" providerId="LiveId" clId="{23A59273-4DC0-4E2E-9E88-EAFCDCE23E63}" dt="2026-01-08T13:27:08.421" v="60" actId="478"/>
          <ac:spMkLst>
            <pc:docMk/>
            <pc:sldMk cId="826606844" sldId="265"/>
            <ac:spMk id="4" creationId="{5B60A796-ABD0-4942-B8E9-225816437ABC}"/>
          </ac:spMkLst>
        </pc:spChg>
        <pc:picChg chg="add mod">
          <ac:chgData name="Lasse Frohnert" userId="d1f8b82d87263f84" providerId="LiveId" clId="{23A59273-4DC0-4E2E-9E88-EAFCDCE23E63}" dt="2026-01-08T13:31:31.669" v="111" actId="1076"/>
          <ac:picMkLst>
            <pc:docMk/>
            <pc:sldMk cId="826606844" sldId="265"/>
            <ac:picMk id="6" creationId="{4AF80622-AA1B-439E-8A54-4483DC2B15BA}"/>
          </ac:picMkLst>
        </pc:picChg>
        <pc:picChg chg="add del mod">
          <ac:chgData name="Lasse Frohnert" userId="d1f8b82d87263f84" providerId="LiveId" clId="{23A59273-4DC0-4E2E-9E88-EAFCDCE23E63}" dt="2026-01-08T13:31:31.282" v="110" actId="22"/>
          <ac:picMkLst>
            <pc:docMk/>
            <pc:sldMk cId="826606844" sldId="265"/>
            <ac:picMk id="8" creationId="{25687361-B895-46C0-89DF-57E8DBC7A9B1}"/>
          </ac:picMkLst>
        </pc:picChg>
      </pc:sldChg>
      <pc:sldChg chg="del">
        <pc:chgData name="Lasse Frohnert" userId="d1f8b82d87263f84" providerId="LiveId" clId="{23A59273-4DC0-4E2E-9E88-EAFCDCE23E63}" dt="2026-01-08T13:27:01.384" v="59" actId="2696"/>
        <pc:sldMkLst>
          <pc:docMk/>
          <pc:sldMk cId="3649491582" sldId="266"/>
        </pc:sldMkLst>
      </pc:sldChg>
      <pc:sldChg chg="add del">
        <pc:chgData name="Lasse Frohnert" userId="d1f8b82d87263f84" providerId="LiveId" clId="{23A59273-4DC0-4E2E-9E88-EAFCDCE23E63}" dt="2026-01-08T13:27:15.286" v="63" actId="2696"/>
        <pc:sldMkLst>
          <pc:docMk/>
          <pc:sldMk cId="3545290965" sldId="267"/>
        </pc:sldMkLst>
      </pc:sldChg>
      <pc:sldChg chg="addSp delSp modSp add mod ord">
        <pc:chgData name="Lasse Frohnert" userId="d1f8b82d87263f84" providerId="LiveId" clId="{23A59273-4DC0-4E2E-9E88-EAFCDCE23E63}" dt="2026-01-08T13:29:07.898" v="88"/>
        <pc:sldMkLst>
          <pc:docMk/>
          <pc:sldMk cId="1590746200" sldId="268"/>
        </pc:sldMkLst>
        <pc:picChg chg="add del mod">
          <ac:chgData name="Lasse Frohnert" userId="d1f8b82d87263f84" providerId="LiveId" clId="{23A59273-4DC0-4E2E-9E88-EAFCDCE23E63}" dt="2026-01-08T13:28:32.566" v="83" actId="478"/>
          <ac:picMkLst>
            <pc:docMk/>
            <pc:sldMk cId="1590746200" sldId="268"/>
            <ac:picMk id="4" creationId="{51EE6A6D-A7D6-4937-86BA-4B9A1FFCE187}"/>
          </ac:picMkLst>
        </pc:picChg>
        <pc:picChg chg="add mod">
          <ac:chgData name="Lasse Frohnert" userId="d1f8b82d87263f84" providerId="LiveId" clId="{23A59273-4DC0-4E2E-9E88-EAFCDCE23E63}" dt="2026-01-08T13:28:44.398" v="86" actId="1076"/>
          <ac:picMkLst>
            <pc:docMk/>
            <pc:sldMk cId="1590746200" sldId="268"/>
            <ac:picMk id="6" creationId="{1EEEB4F7-6D6F-4034-AF67-F917D8CEBBF8}"/>
          </ac:picMkLst>
        </pc:picChg>
      </pc:sldChg>
      <pc:sldChg chg="addSp delSp modSp add mod">
        <pc:chgData name="Lasse Frohnert" userId="d1f8b82d87263f84" providerId="LiveId" clId="{23A59273-4DC0-4E2E-9E88-EAFCDCE23E63}" dt="2026-01-08T13:31:56.020" v="119" actId="1076"/>
        <pc:sldMkLst>
          <pc:docMk/>
          <pc:sldMk cId="42259334" sldId="269"/>
        </pc:sldMkLst>
        <pc:picChg chg="add del">
          <ac:chgData name="Lasse Frohnert" userId="d1f8b82d87263f84" providerId="LiveId" clId="{23A59273-4DC0-4E2E-9E88-EAFCDCE23E63}" dt="2026-01-08T13:31:42.813" v="114" actId="22"/>
          <ac:picMkLst>
            <pc:docMk/>
            <pc:sldMk cId="42259334" sldId="269"/>
            <ac:picMk id="4" creationId="{5E6B4987-26BB-4075-8452-DDF3ABF65E59}"/>
          </ac:picMkLst>
        </pc:picChg>
        <pc:picChg chg="del">
          <ac:chgData name="Lasse Frohnert" userId="d1f8b82d87263f84" providerId="LiveId" clId="{23A59273-4DC0-4E2E-9E88-EAFCDCE23E63}" dt="2026-01-08T13:31:44.121" v="115" actId="478"/>
          <ac:picMkLst>
            <pc:docMk/>
            <pc:sldMk cId="42259334" sldId="269"/>
            <ac:picMk id="6" creationId="{4AF80622-AA1B-439E-8A54-4483DC2B15BA}"/>
          </ac:picMkLst>
        </pc:picChg>
        <pc:picChg chg="add mod">
          <ac:chgData name="Lasse Frohnert" userId="d1f8b82d87263f84" providerId="LiveId" clId="{23A59273-4DC0-4E2E-9E88-EAFCDCE23E63}" dt="2026-01-08T13:31:56.020" v="119" actId="1076"/>
          <ac:picMkLst>
            <pc:docMk/>
            <pc:sldMk cId="42259334" sldId="269"/>
            <ac:picMk id="7" creationId="{3C87F479-B055-43FA-9AF3-02FE15CF8423}"/>
          </ac:picMkLst>
        </pc:picChg>
      </pc:sldChg>
      <pc:sldChg chg="modSp new mod">
        <pc:chgData name="Lasse Frohnert" userId="d1f8b82d87263f84" providerId="LiveId" clId="{23A59273-4DC0-4E2E-9E88-EAFCDCE23E63}" dt="2026-01-08T13:46:49.858" v="480" actId="20577"/>
        <pc:sldMkLst>
          <pc:docMk/>
          <pc:sldMk cId="11219679" sldId="270"/>
        </pc:sldMkLst>
        <pc:spChg chg="mod">
          <ac:chgData name="Lasse Frohnert" userId="d1f8b82d87263f84" providerId="LiveId" clId="{23A59273-4DC0-4E2E-9E88-EAFCDCE23E63}" dt="2026-01-08T13:36:17.332" v="138" actId="20577"/>
          <ac:spMkLst>
            <pc:docMk/>
            <pc:sldMk cId="11219679" sldId="270"/>
            <ac:spMk id="2" creationId="{F329A0C7-1D76-416A-8630-14C729349E47}"/>
          </ac:spMkLst>
        </pc:spChg>
        <pc:spChg chg="mod">
          <ac:chgData name="Lasse Frohnert" userId="d1f8b82d87263f84" providerId="LiveId" clId="{23A59273-4DC0-4E2E-9E88-EAFCDCE23E63}" dt="2026-01-08T13:46:49.858" v="480" actId="20577"/>
          <ac:spMkLst>
            <pc:docMk/>
            <pc:sldMk cId="11219679" sldId="270"/>
            <ac:spMk id="3" creationId="{C23A371B-E887-45BB-AAF1-3659649E5BA1}"/>
          </ac:spMkLst>
        </pc:spChg>
      </pc:sldChg>
      <pc:sldChg chg="addSp delSp modSp add mod">
        <pc:chgData name="Lasse Frohnert" userId="d1f8b82d87263f84" providerId="LiveId" clId="{23A59273-4DC0-4E2E-9E88-EAFCDCE23E63}" dt="2026-01-08T14:37:34.702" v="1017"/>
        <pc:sldMkLst>
          <pc:docMk/>
          <pc:sldMk cId="4146397731" sldId="271"/>
        </pc:sldMkLst>
        <pc:spChg chg="mod">
          <ac:chgData name="Lasse Frohnert" userId="d1f8b82d87263f84" providerId="LiveId" clId="{23A59273-4DC0-4E2E-9E88-EAFCDCE23E63}" dt="2026-01-08T14:04:22.696" v="686" actId="20577"/>
          <ac:spMkLst>
            <pc:docMk/>
            <pc:sldMk cId="4146397731" sldId="271"/>
            <ac:spMk id="2" creationId="{F329A0C7-1D76-416A-8630-14C729349E47}"/>
          </ac:spMkLst>
        </pc:spChg>
        <pc:spChg chg="add del mod">
          <ac:chgData name="Lasse Frohnert" userId="d1f8b82d87263f84" providerId="LiveId" clId="{23A59273-4DC0-4E2E-9E88-EAFCDCE23E63}" dt="2026-01-08T14:37:34.702" v="1017"/>
          <ac:spMkLst>
            <pc:docMk/>
            <pc:sldMk cId="4146397731" sldId="271"/>
            <ac:spMk id="3" creationId="{C23A371B-E887-45BB-AAF1-3659649E5BA1}"/>
          </ac:spMkLst>
        </pc:spChg>
        <pc:spChg chg="add del mod">
          <ac:chgData name="Lasse Frohnert" userId="d1f8b82d87263f84" providerId="LiveId" clId="{23A59273-4DC0-4E2E-9E88-EAFCDCE23E63}" dt="2026-01-08T14:09:51.079" v="688"/>
          <ac:spMkLst>
            <pc:docMk/>
            <pc:sldMk cId="4146397731" sldId="271"/>
            <ac:spMk id="4" creationId="{C9EC62FA-64CB-48C1-AA03-9F2DC49545CC}"/>
          </ac:spMkLst>
        </pc:spChg>
        <pc:spChg chg="add del">
          <ac:chgData name="Lasse Frohnert" userId="d1f8b82d87263f84" providerId="LiveId" clId="{23A59273-4DC0-4E2E-9E88-EAFCDCE23E63}" dt="2026-01-08T14:27:47.281" v="959"/>
          <ac:spMkLst>
            <pc:docMk/>
            <pc:sldMk cId="4146397731" sldId="271"/>
            <ac:spMk id="5" creationId="{565553E1-DC5C-4A52-ABBA-577ED62B491E}"/>
          </ac:spMkLst>
        </pc:spChg>
        <pc:spChg chg="add del mod">
          <ac:chgData name="Lasse Frohnert" userId="d1f8b82d87263f84" providerId="LiveId" clId="{23A59273-4DC0-4E2E-9E88-EAFCDCE23E63}" dt="2026-01-08T14:27:51.710" v="962"/>
          <ac:spMkLst>
            <pc:docMk/>
            <pc:sldMk cId="4146397731" sldId="271"/>
            <ac:spMk id="6" creationId="{9983ED8F-D862-44CA-AE06-3D7334235235}"/>
          </ac:spMkLst>
        </pc:spChg>
      </pc:sldChg>
      <pc:sldChg chg="addSp delSp modSp add mod">
        <pc:chgData name="Lasse Frohnert" userId="d1f8b82d87263f84" providerId="LiveId" clId="{23A59273-4DC0-4E2E-9E88-EAFCDCE23E63}" dt="2026-01-08T14:42:37.007" v="1056" actId="15"/>
        <pc:sldMkLst>
          <pc:docMk/>
          <pc:sldMk cId="4219932360" sldId="272"/>
        </pc:sldMkLst>
        <pc:spChg chg="mod">
          <ac:chgData name="Lasse Frohnert" userId="d1f8b82d87263f84" providerId="LiveId" clId="{23A59273-4DC0-4E2E-9E88-EAFCDCE23E63}" dt="2026-01-08T14:10:26.204" v="721" actId="20577"/>
          <ac:spMkLst>
            <pc:docMk/>
            <pc:sldMk cId="4219932360" sldId="272"/>
            <ac:spMk id="2" creationId="{F329A0C7-1D76-416A-8630-14C729349E47}"/>
          </ac:spMkLst>
        </pc:spChg>
        <pc:spChg chg="add del mod">
          <ac:chgData name="Lasse Frohnert" userId="d1f8b82d87263f84" providerId="LiveId" clId="{23A59273-4DC0-4E2E-9E88-EAFCDCE23E63}" dt="2026-01-08T14:42:37.007" v="1056" actId="15"/>
          <ac:spMkLst>
            <pc:docMk/>
            <pc:sldMk cId="4219932360" sldId="272"/>
            <ac:spMk id="3" creationId="{C23A371B-E887-45BB-AAF1-3659649E5BA1}"/>
          </ac:spMkLst>
        </pc:spChg>
        <pc:spChg chg="add del mod">
          <ac:chgData name="Lasse Frohnert" userId="d1f8b82d87263f84" providerId="LiveId" clId="{23A59273-4DC0-4E2E-9E88-EAFCDCE23E63}" dt="2026-01-08T14:10:38.582" v="723"/>
          <ac:spMkLst>
            <pc:docMk/>
            <pc:sldMk cId="4219932360" sldId="272"/>
            <ac:spMk id="4" creationId="{541ADF0A-D7D3-4B56-91E3-D4CD47375FD5}"/>
          </ac:spMkLst>
        </pc:spChg>
        <pc:spChg chg="add del mod">
          <ac:chgData name="Lasse Frohnert" userId="d1f8b82d87263f84" providerId="LiveId" clId="{23A59273-4DC0-4E2E-9E88-EAFCDCE23E63}" dt="2026-01-08T14:28:33.526" v="967"/>
          <ac:spMkLst>
            <pc:docMk/>
            <pc:sldMk cId="4219932360" sldId="272"/>
            <ac:spMk id="5" creationId="{C0C07F32-C344-41DB-8DE4-FCBB1D4E9CFD}"/>
          </ac:spMkLst>
        </pc:spChg>
        <pc:spChg chg="add del mod">
          <ac:chgData name="Lasse Frohnert" userId="d1f8b82d87263f84" providerId="LiveId" clId="{23A59273-4DC0-4E2E-9E88-EAFCDCE23E63}" dt="2026-01-08T14:39:54.271" v="1031"/>
          <ac:spMkLst>
            <pc:docMk/>
            <pc:sldMk cId="4219932360" sldId="272"/>
            <ac:spMk id="6" creationId="{F224C111-828F-4EBD-BA2E-C2C197383E62}"/>
          </ac:spMkLst>
        </pc:spChg>
        <pc:spChg chg="add del mod">
          <ac:chgData name="Lasse Frohnert" userId="d1f8b82d87263f84" providerId="LiveId" clId="{23A59273-4DC0-4E2E-9E88-EAFCDCE23E63}" dt="2026-01-08T14:42:13.340" v="1044"/>
          <ac:spMkLst>
            <pc:docMk/>
            <pc:sldMk cId="4219932360" sldId="272"/>
            <ac:spMk id="7" creationId="{7373B42E-4BAD-4447-8595-F6AD6476C8D2}"/>
          </ac:spMkLst>
        </pc:spChg>
      </pc:sldChg>
      <pc:sldChg chg="addSp delSp modSp add mod">
        <pc:chgData name="Lasse Frohnert" userId="d1f8b82d87263f84" providerId="LiveId" clId="{23A59273-4DC0-4E2E-9E88-EAFCDCE23E63}" dt="2026-01-08T14:34:00.779" v="1007" actId="1076"/>
        <pc:sldMkLst>
          <pc:docMk/>
          <pc:sldMk cId="1550409782" sldId="273"/>
        </pc:sldMkLst>
        <pc:spChg chg="mod">
          <ac:chgData name="Lasse Frohnert" userId="d1f8b82d87263f84" providerId="LiveId" clId="{23A59273-4DC0-4E2E-9E88-EAFCDCE23E63}" dt="2026-01-08T14:33:06.175" v="996" actId="20577"/>
          <ac:spMkLst>
            <pc:docMk/>
            <pc:sldMk cId="1550409782" sldId="273"/>
            <ac:spMk id="2" creationId="{F329A0C7-1D76-416A-8630-14C729349E47}"/>
          </ac:spMkLst>
        </pc:spChg>
        <pc:spChg chg="add del mod">
          <ac:chgData name="Lasse Frohnert" userId="d1f8b82d87263f84" providerId="LiveId" clId="{23A59273-4DC0-4E2E-9E88-EAFCDCE23E63}" dt="2026-01-08T14:33:26.181" v="1000" actId="478"/>
          <ac:spMkLst>
            <pc:docMk/>
            <pc:sldMk cId="1550409782" sldId="273"/>
            <ac:spMk id="3" creationId="{C23A371B-E887-45BB-AAF1-3659649E5BA1}"/>
          </ac:spMkLst>
        </pc:spChg>
        <pc:spChg chg="add del mod">
          <ac:chgData name="Lasse Frohnert" userId="d1f8b82d87263f84" providerId="LiveId" clId="{23A59273-4DC0-4E2E-9E88-EAFCDCE23E63}" dt="2026-01-08T14:14:15.289" v="740"/>
          <ac:spMkLst>
            <pc:docMk/>
            <pc:sldMk cId="1550409782" sldId="273"/>
            <ac:spMk id="4" creationId="{9D5B7C04-881B-4213-8808-19F02AD17D37}"/>
          </ac:spMkLst>
        </pc:spChg>
        <pc:spChg chg="add del mod">
          <ac:chgData name="Lasse Frohnert" userId="d1f8b82d87263f84" providerId="LiveId" clId="{23A59273-4DC0-4E2E-9E88-EAFCDCE23E63}" dt="2026-01-08T14:14:36.440" v="749"/>
          <ac:spMkLst>
            <pc:docMk/>
            <pc:sldMk cId="1550409782" sldId="273"/>
            <ac:spMk id="5" creationId="{CA327234-C3DC-4160-91AC-4BAE891F1BC2}"/>
          </ac:spMkLst>
        </pc:spChg>
        <pc:spChg chg="add del mod">
          <ac:chgData name="Lasse Frohnert" userId="d1f8b82d87263f84" providerId="LiveId" clId="{23A59273-4DC0-4E2E-9E88-EAFCDCE23E63}" dt="2026-01-08T14:33:38.058" v="1002" actId="478"/>
          <ac:spMkLst>
            <pc:docMk/>
            <pc:sldMk cId="1550409782" sldId="273"/>
            <ac:spMk id="9" creationId="{E9906068-0488-4AB8-AFF3-E8184B21AFF3}"/>
          </ac:spMkLst>
        </pc:spChg>
        <pc:picChg chg="add mod">
          <ac:chgData name="Lasse Frohnert" userId="d1f8b82d87263f84" providerId="LiveId" clId="{23A59273-4DC0-4E2E-9E88-EAFCDCE23E63}" dt="2026-01-08T14:34:00.779" v="1007" actId="1076"/>
          <ac:picMkLst>
            <pc:docMk/>
            <pc:sldMk cId="1550409782" sldId="273"/>
            <ac:picMk id="7" creationId="{520EFB31-A47E-4998-8B8C-FF17D5BDEC27}"/>
          </ac:picMkLst>
        </pc:picChg>
      </pc:sldChg>
      <pc:sldChg chg="addSp delSp modSp add mod modClrScheme chgLayout">
        <pc:chgData name="Lasse Frohnert" userId="d1f8b82d87263f84" providerId="LiveId" clId="{23A59273-4DC0-4E2E-9E88-EAFCDCE23E63}" dt="2026-01-08T14:24:51.401" v="833" actId="1076"/>
        <pc:sldMkLst>
          <pc:docMk/>
          <pc:sldMk cId="259489584" sldId="274"/>
        </pc:sldMkLst>
        <pc:spChg chg="mod ord">
          <ac:chgData name="Lasse Frohnert" userId="d1f8b82d87263f84" providerId="LiveId" clId="{23A59273-4DC0-4E2E-9E88-EAFCDCE23E63}" dt="2026-01-08T13:55:09.340" v="536" actId="700"/>
          <ac:spMkLst>
            <pc:docMk/>
            <pc:sldMk cId="259489584" sldId="274"/>
            <ac:spMk id="2" creationId="{F329A0C7-1D76-416A-8630-14C729349E47}"/>
          </ac:spMkLst>
        </pc:spChg>
        <pc:spChg chg="del mod ord">
          <ac:chgData name="Lasse Frohnert" userId="d1f8b82d87263f84" providerId="LiveId" clId="{23A59273-4DC0-4E2E-9E88-EAFCDCE23E63}" dt="2026-01-08T13:55:09.340" v="536" actId="700"/>
          <ac:spMkLst>
            <pc:docMk/>
            <pc:sldMk cId="259489584" sldId="274"/>
            <ac:spMk id="3" creationId="{C23A371B-E887-45BB-AAF1-3659649E5BA1}"/>
          </ac:spMkLst>
        </pc:spChg>
        <pc:spChg chg="add mod ord">
          <ac:chgData name="Lasse Frohnert" userId="d1f8b82d87263f84" providerId="LiveId" clId="{23A59273-4DC0-4E2E-9E88-EAFCDCE23E63}" dt="2026-01-08T14:24:21.112" v="826" actId="20577"/>
          <ac:spMkLst>
            <pc:docMk/>
            <pc:sldMk cId="259489584" sldId="274"/>
            <ac:spMk id="4" creationId="{F8CDC888-53AB-415C-A1A1-57666C23C63B}"/>
          </ac:spMkLst>
        </pc:spChg>
        <pc:spChg chg="add del mod ord">
          <ac:chgData name="Lasse Frohnert" userId="d1f8b82d87263f84" providerId="LiveId" clId="{23A59273-4DC0-4E2E-9E88-EAFCDCE23E63}" dt="2026-01-08T13:58:40.010" v="660" actId="22"/>
          <ac:spMkLst>
            <pc:docMk/>
            <pc:sldMk cId="259489584" sldId="274"/>
            <ac:spMk id="5" creationId="{446D3C34-FAB4-49AB-BAA7-8DADE7E0D0F5}"/>
          </ac:spMkLst>
        </pc:spChg>
        <pc:spChg chg="add del mod">
          <ac:chgData name="Lasse Frohnert" userId="d1f8b82d87263f84" providerId="LiveId" clId="{23A59273-4DC0-4E2E-9E88-EAFCDCE23E63}" dt="2026-01-08T14:24:32.476" v="830" actId="22"/>
          <ac:spMkLst>
            <pc:docMk/>
            <pc:sldMk cId="259489584" sldId="274"/>
            <ac:spMk id="9" creationId="{4F68DC15-3CA3-42B8-829E-E7505AA7F12A}"/>
          </ac:spMkLst>
        </pc:spChg>
        <pc:picChg chg="add del mod ord modCrop">
          <ac:chgData name="Lasse Frohnert" userId="d1f8b82d87263f84" providerId="LiveId" clId="{23A59273-4DC0-4E2E-9E88-EAFCDCE23E63}" dt="2026-01-08T14:24:26.561" v="827" actId="478"/>
          <ac:picMkLst>
            <pc:docMk/>
            <pc:sldMk cId="259489584" sldId="274"/>
            <ac:picMk id="7" creationId="{D5592EE9-3EED-47BA-ABCA-C553280D49D4}"/>
          </ac:picMkLst>
        </pc:picChg>
        <pc:picChg chg="add del">
          <ac:chgData name="Lasse Frohnert" userId="d1f8b82d87263f84" providerId="LiveId" clId="{23A59273-4DC0-4E2E-9E88-EAFCDCE23E63}" dt="2026-01-08T14:24:31.201" v="829" actId="22"/>
          <ac:picMkLst>
            <pc:docMk/>
            <pc:sldMk cId="259489584" sldId="274"/>
            <ac:picMk id="11" creationId="{909343B0-6001-4640-AFC6-5DC155AD3BBA}"/>
          </ac:picMkLst>
        </pc:picChg>
        <pc:picChg chg="add mod ord modCrop">
          <ac:chgData name="Lasse Frohnert" userId="d1f8b82d87263f84" providerId="LiveId" clId="{23A59273-4DC0-4E2E-9E88-EAFCDCE23E63}" dt="2026-01-08T14:24:51.401" v="833" actId="1076"/>
          <ac:picMkLst>
            <pc:docMk/>
            <pc:sldMk cId="259489584" sldId="274"/>
            <ac:picMk id="13" creationId="{93D5AD44-406E-4283-B4D9-48035ECD225B}"/>
          </ac:picMkLst>
        </pc:picChg>
      </pc:sldChg>
      <pc:sldChg chg="modSp new mod">
        <pc:chgData name="Lasse Frohnert" userId="d1f8b82d87263f84" providerId="LiveId" clId="{23A59273-4DC0-4E2E-9E88-EAFCDCE23E63}" dt="2026-01-08T14:46:55.725" v="1314" actId="20577"/>
        <pc:sldMkLst>
          <pc:docMk/>
          <pc:sldMk cId="4011160991" sldId="275"/>
        </pc:sldMkLst>
        <pc:spChg chg="mod">
          <ac:chgData name="Lasse Frohnert" userId="d1f8b82d87263f84" providerId="LiveId" clId="{23A59273-4DC0-4E2E-9E88-EAFCDCE23E63}" dt="2026-01-08T14:26:17.990" v="855" actId="20577"/>
          <ac:spMkLst>
            <pc:docMk/>
            <pc:sldMk cId="4011160991" sldId="275"/>
            <ac:spMk id="2" creationId="{F006E8C9-ADCF-40C8-8443-2B7EBC3BD6CB}"/>
          </ac:spMkLst>
        </pc:spChg>
        <pc:spChg chg="mod">
          <ac:chgData name="Lasse Frohnert" userId="d1f8b82d87263f84" providerId="LiveId" clId="{23A59273-4DC0-4E2E-9E88-EAFCDCE23E63}" dt="2026-01-08T14:46:55.725" v="1314" actId="20577"/>
          <ac:spMkLst>
            <pc:docMk/>
            <pc:sldMk cId="4011160991" sldId="275"/>
            <ac:spMk id="3" creationId="{33E74F6B-B55A-4704-8F0B-15288D13BE71}"/>
          </ac:spMkLst>
        </pc:spChg>
      </pc:sldChg>
      <pc:sldChg chg="modSp add mod">
        <pc:chgData name="Lasse Frohnert" userId="d1f8b82d87263f84" providerId="LiveId" clId="{23A59273-4DC0-4E2E-9E88-EAFCDCE23E63}" dt="2026-01-08T14:41:09.092" v="1040" actId="5793"/>
        <pc:sldMkLst>
          <pc:docMk/>
          <pc:sldMk cId="2630795017" sldId="276"/>
        </pc:sldMkLst>
        <pc:spChg chg="mod">
          <ac:chgData name="Lasse Frohnert" userId="d1f8b82d87263f84" providerId="LiveId" clId="{23A59273-4DC0-4E2E-9E88-EAFCDCE23E63}" dt="2026-01-08T14:39:34.202" v="1029" actId="20577"/>
          <ac:spMkLst>
            <pc:docMk/>
            <pc:sldMk cId="2630795017" sldId="276"/>
            <ac:spMk id="2" creationId="{F329A0C7-1D76-416A-8630-14C729349E47}"/>
          </ac:spMkLst>
        </pc:spChg>
        <pc:spChg chg="mod">
          <ac:chgData name="Lasse Frohnert" userId="d1f8b82d87263f84" providerId="LiveId" clId="{23A59273-4DC0-4E2E-9E88-EAFCDCE23E63}" dt="2026-01-08T14:41:09.092" v="1040" actId="5793"/>
          <ac:spMkLst>
            <pc:docMk/>
            <pc:sldMk cId="2630795017" sldId="276"/>
            <ac:spMk id="3" creationId="{C23A371B-E887-45BB-AAF1-3659649E5BA1}"/>
          </ac:spMkLst>
        </pc:spChg>
      </pc:sldChg>
      <pc:sldChg chg="modSp add mod">
        <pc:chgData name="Lasse Frohnert" userId="d1f8b82d87263f84" providerId="LiveId" clId="{23A59273-4DC0-4E2E-9E88-EAFCDCE23E63}" dt="2026-01-08T14:48:36.404" v="1387" actId="1076"/>
        <pc:sldMkLst>
          <pc:docMk/>
          <pc:sldMk cId="3258659473" sldId="277"/>
        </pc:sldMkLst>
        <pc:spChg chg="mod">
          <ac:chgData name="Lasse Frohnert" userId="d1f8b82d87263f84" providerId="LiveId" clId="{23A59273-4DC0-4E2E-9E88-EAFCDCE23E63}" dt="2026-01-08T14:47:50.156" v="1343" actId="122"/>
          <ac:spMkLst>
            <pc:docMk/>
            <pc:sldMk cId="3258659473" sldId="277"/>
            <ac:spMk id="2" creationId="{F006E8C9-ADCF-40C8-8443-2B7EBC3BD6CB}"/>
          </ac:spMkLst>
        </pc:spChg>
        <pc:spChg chg="mod">
          <ac:chgData name="Lasse Frohnert" userId="d1f8b82d87263f84" providerId="LiveId" clId="{23A59273-4DC0-4E2E-9E88-EAFCDCE23E63}" dt="2026-01-08T14:48:36.404" v="1387" actId="1076"/>
          <ac:spMkLst>
            <pc:docMk/>
            <pc:sldMk cId="3258659473" sldId="277"/>
            <ac:spMk id="3" creationId="{33E74F6B-B55A-4704-8F0B-15288D13BE71}"/>
          </ac:spMkLst>
        </pc:spChg>
      </pc:sldChg>
      <pc:sldMasterChg chg="modSp mod modSldLayout">
        <pc:chgData name="Lasse Frohnert" userId="d1f8b82d87263f84" providerId="LiveId" clId="{23A59273-4DC0-4E2E-9E88-EAFCDCE23E63}" dt="2026-01-08T13:35:56.610" v="124" actId="207"/>
        <pc:sldMasterMkLst>
          <pc:docMk/>
          <pc:sldMasterMk cId="82855549" sldId="2147483672"/>
        </pc:sldMasterMkLst>
        <pc:spChg chg="mod">
          <ac:chgData name="Lasse Frohnert" userId="d1f8b82d87263f84" providerId="LiveId" clId="{23A59273-4DC0-4E2E-9E88-EAFCDCE23E63}" dt="2026-01-08T13:34:26.879" v="121" actId="242"/>
          <ac:spMkLst>
            <pc:docMk/>
            <pc:sldMasterMk cId="82855549" sldId="2147483672"/>
            <ac:spMk id="2" creationId="{00000000-0000-0000-0000-000000000000}"/>
          </ac:spMkLst>
        </pc:spChg>
        <pc:sldLayoutChg chg="modSp mod">
          <pc:chgData name="Lasse Frohnert" userId="d1f8b82d87263f84" providerId="LiveId" clId="{23A59273-4DC0-4E2E-9E88-EAFCDCE23E63}" dt="2026-01-08T13:35:56.610" v="124" actId="207"/>
          <pc:sldLayoutMkLst>
            <pc:docMk/>
            <pc:sldMasterMk cId="82855549" sldId="2147483672"/>
            <pc:sldLayoutMk cId="2739981630" sldId="2147483674"/>
          </pc:sldLayoutMkLst>
          <pc:spChg chg="mod">
            <ac:chgData name="Lasse Frohnert" userId="d1f8b82d87263f84" providerId="LiveId" clId="{23A59273-4DC0-4E2E-9E88-EAFCDCE23E63}" dt="2026-01-08T13:35:56.610" v="124" actId="207"/>
            <ac:spMkLst>
              <pc:docMk/>
              <pc:sldMasterMk cId="82855549" sldId="2147483672"/>
              <pc:sldLayoutMk cId="2739981630" sldId="2147483674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A9778A4-5989-4B73-B806-3D313DF86F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EA4154-7C38-4947-B5AD-02E491995E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CF449-96F2-4140-9ACD-00D2DB603D3A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E34BB0-A96D-4A76-9F13-8E5E0F1767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CE0EC8-3BAE-4AE4-AB08-BAFB99590B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9A195-F19A-4BDD-A61C-6C0960F12D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76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953E0-B6BA-4FDC-A9D7-5E3E2548A0EF}" type="datetimeFigureOut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Textmasterformate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059D1-1E64-4095-816B-E25F58AA521B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970564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059D1-1E64-4095-816B-E25F58AA521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06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F017FFA-7AEE-4C00-88EF-1712D868907B}" type="datetime1">
              <a:rPr lang="de-DE" noProof="0" smtClean="0"/>
              <a:t>08.01.2026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  <a:solidFill>
            <a:schemeClr val="bg2">
              <a:lumMod val="75000"/>
              <a:alpha val="90000"/>
            </a:schemeClr>
          </a:solidFill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00A958-47F8-4A25-9D65-93789F465065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Textmasterformate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893878" y="92074"/>
            <a:ext cx="2844799" cy="365125"/>
          </a:xfrm>
        </p:spPr>
        <p:txBody>
          <a:bodyPr rtlCol="0"/>
          <a:lstStyle>
            <a:lvl1pPr>
              <a:defRPr lang="de-DE" sz="1800" kern="1200" cap="all" noProof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FD7EF8-B80C-4EAF-BDE9-3F6BA4E2A20F}" type="datetime1">
              <a:rPr lang="de-DE" smtClean="0"/>
              <a:pPr/>
              <a:t>08.01.2026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blipFill dpi="0" rotWithShape="1">
          <a:blip r:embed="rId2">
            <a:alphaModFix amt="8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 anchor="ctr"/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  <a:solidFill>
            <a:schemeClr val="bg2">
              <a:lumMod val="75000"/>
              <a:alpha val="90000"/>
            </a:schemeClr>
          </a:solidFill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  <a:solidFill>
            <a:schemeClr val="bg2">
              <a:lumMod val="75000"/>
              <a:alpha val="90000"/>
            </a:schemeClr>
          </a:solidFill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F5CBA0-3018-4AED-9709-ED5ED6DE6464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9E23F0-8CA4-4891-BD20-E4745AC04CDA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49BD8-EDBB-43F8-A43A-C3DFCBD8BA18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7" name="Rechteck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89A48-29B7-4D5A-8AB0-E4BA246CFAD2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D730BD-5937-405C-BD95-FF3ACE1D618D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AB63DA-8489-4CDE-978B-BB7BCFF91C84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0C8376-9E33-4792-89DD-E496184A2796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blipFill dpi="0" rotWithShape="1">
          <a:blip r:embed="rId2">
            <a:alphaModFix amt="8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B2E4CCC-08DB-477E-9152-1DAD05168712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16D808DD-B590-408B-8826-B4C3892F22C7}" type="datetime1">
              <a:rPr lang="de-DE" noProof="0" smtClean="0"/>
              <a:t>08.01.2026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/>
              <a:t>‹Nr.›</a:t>
            </a:fld>
            <a:endParaRPr lang="de-DE" noProof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htec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pic>
        <p:nvPicPr>
          <p:cNvPr id="7" name="Bild 6" descr="Digitale Verbindungen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e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algn="ctr" rtl="0"/>
            <a:r>
              <a:rPr lang="de-DE" sz="5000" dirty="0" err="1">
                <a:solidFill>
                  <a:schemeClr val="bg1"/>
                </a:solidFill>
              </a:rPr>
              <a:t>Bakery</a:t>
            </a:r>
            <a:r>
              <a:rPr lang="de-DE" sz="5000" dirty="0">
                <a:solidFill>
                  <a:schemeClr val="bg1"/>
                </a:solidFill>
              </a:rPr>
              <a:t> </a:t>
            </a:r>
            <a:r>
              <a:rPr lang="de-DE" sz="5000" dirty="0" err="1">
                <a:solidFill>
                  <a:schemeClr val="bg1"/>
                </a:solidFill>
              </a:rPr>
              <a:t>Prediction</a:t>
            </a:r>
            <a:r>
              <a:rPr lang="de-DE" sz="5000" dirty="0">
                <a:solidFill>
                  <a:schemeClr val="bg1"/>
                </a:solidFill>
              </a:rPr>
              <a:t> – Room 7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algn="ctr" rtl="0"/>
            <a:r>
              <a:rPr lang="de-DE" cap="none" dirty="0">
                <a:solidFill>
                  <a:srgbClr val="7CEBFF"/>
                </a:solidFill>
              </a:rPr>
              <a:t>Lasse Frohnert, Farida </a:t>
            </a:r>
            <a:r>
              <a:rPr lang="de-DE" cap="none" dirty="0" err="1">
                <a:solidFill>
                  <a:srgbClr val="7CEBFF"/>
                </a:solidFill>
              </a:rPr>
              <a:t>Rahimova</a:t>
            </a:r>
            <a:r>
              <a:rPr lang="de-DE" cap="none" dirty="0">
                <a:solidFill>
                  <a:srgbClr val="7CEBFF"/>
                </a:solidFill>
              </a:rPr>
              <a:t>, </a:t>
            </a:r>
            <a:r>
              <a:rPr lang="de-DE" cap="none" dirty="0" err="1">
                <a:solidFill>
                  <a:srgbClr val="7CEBFF"/>
                </a:solidFill>
              </a:rPr>
              <a:t>Faramiz</a:t>
            </a:r>
            <a:r>
              <a:rPr lang="de-DE" cap="none" dirty="0">
                <a:solidFill>
                  <a:srgbClr val="7CEBFF"/>
                </a:solidFill>
              </a:rPr>
              <a:t> </a:t>
            </a:r>
            <a:r>
              <a:rPr lang="de-DE" cap="none" dirty="0" err="1">
                <a:solidFill>
                  <a:srgbClr val="7CEBFF"/>
                </a:solidFill>
              </a:rPr>
              <a:t>Bahaddinov</a:t>
            </a:r>
            <a:r>
              <a:rPr lang="de-DE" cap="none" dirty="0">
                <a:solidFill>
                  <a:srgbClr val="7CEBFF"/>
                </a:solidFill>
              </a:rPr>
              <a:t>, Vikram </a:t>
            </a:r>
            <a:r>
              <a:rPr lang="de-DE" cap="none" dirty="0" err="1">
                <a:solidFill>
                  <a:srgbClr val="7CEBFF"/>
                </a:solidFill>
              </a:rPr>
              <a:t>Vupparapalli</a:t>
            </a:r>
            <a:endParaRPr lang="de-DE" cap="none" dirty="0">
              <a:solidFill>
                <a:srgbClr val="7CEB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011D06B-B115-4F34-9755-4672D864F853}"/>
              </a:ext>
            </a:extLst>
          </p:cNvPr>
          <p:cNvSpPr txBox="1"/>
          <p:nvPr/>
        </p:nvSpPr>
        <p:spPr>
          <a:xfrm>
            <a:off x="10534879" y="84306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7CEBFF"/>
                </a:solidFill>
              </a:rPr>
              <a:t>08.01.2026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2FAC3-0921-48B0-82C5-FDC544B6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Characteristics</a:t>
            </a:r>
            <a:r>
              <a:rPr lang="de-DE" dirty="0"/>
              <a:t> – New variables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EFC23C-2C23-447C-8BEB-4410A43216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Temporal </a:t>
            </a:r>
            <a:r>
              <a:rPr lang="de-DE" dirty="0" err="1">
                <a:solidFill>
                  <a:schemeClr val="tx1"/>
                </a:solidFill>
              </a:rPr>
              <a:t>features</a:t>
            </a:r>
            <a:r>
              <a:rPr lang="de-DE" dirty="0">
                <a:solidFill>
                  <a:schemeClr val="tx1"/>
                </a:solidFill>
              </a:rPr>
              <a:t>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Day, month, weekend, and seasonal information</a:t>
            </a:r>
          </a:p>
          <a:p>
            <a:r>
              <a:rPr lang="en-US" dirty="0">
                <a:solidFill>
                  <a:schemeClr val="tx1"/>
                </a:solidFill>
              </a:rPr>
              <a:t>Holiday &amp; Event Features: </a:t>
            </a:r>
          </a:p>
          <a:p>
            <a:pPr lvl="1"/>
            <a:r>
              <a:rPr lang="de-DE" dirty="0">
                <a:solidFill>
                  <a:schemeClr val="tx1"/>
                </a:solidFill>
              </a:rPr>
              <a:t>Kieler Woche, </a:t>
            </a:r>
            <a:r>
              <a:rPr lang="de-DE" dirty="0" err="1">
                <a:solidFill>
                  <a:schemeClr val="tx1"/>
                </a:solidFill>
              </a:rPr>
              <a:t>holidays</a:t>
            </a:r>
            <a:r>
              <a:rPr lang="de-DE" dirty="0">
                <a:solidFill>
                  <a:schemeClr val="tx1"/>
                </a:solidFill>
              </a:rPr>
              <a:t> and </a:t>
            </a:r>
            <a:r>
              <a:rPr lang="de-DE" dirty="0" err="1">
                <a:solidFill>
                  <a:schemeClr val="tx1"/>
                </a:solidFill>
              </a:rPr>
              <a:t>vacation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periods</a:t>
            </a:r>
            <a:endParaRPr lang="de-DE" dirty="0">
              <a:solidFill>
                <a:schemeClr val="tx1"/>
              </a:solidFill>
            </a:endParaRPr>
          </a:p>
          <a:p>
            <a:r>
              <a:rPr lang="de-DE" dirty="0">
                <a:solidFill>
                  <a:schemeClr val="tx1"/>
                </a:solidFill>
              </a:rPr>
              <a:t>Engineered </a:t>
            </a:r>
            <a:r>
              <a:rPr lang="de-DE" dirty="0" err="1">
                <a:solidFill>
                  <a:schemeClr val="tx1"/>
                </a:solidFill>
              </a:rPr>
              <a:t>Weather</a:t>
            </a:r>
            <a:r>
              <a:rPr lang="de-DE" dirty="0">
                <a:solidFill>
                  <a:schemeClr val="tx1"/>
                </a:solidFill>
              </a:rPr>
              <a:t> Features:</a:t>
            </a:r>
          </a:p>
          <a:p>
            <a:pPr lvl="1"/>
            <a:r>
              <a:rPr lang="de-DE" dirty="0" err="1">
                <a:solidFill>
                  <a:schemeClr val="tx1"/>
                </a:solidFill>
              </a:rPr>
              <a:t>Categorical</a:t>
            </a:r>
            <a:r>
              <a:rPr lang="de-DE" dirty="0">
                <a:solidFill>
                  <a:schemeClr val="tx1"/>
                </a:solidFill>
              </a:rPr>
              <a:t> and </a:t>
            </a:r>
            <a:r>
              <a:rPr lang="de-DE" dirty="0" err="1">
                <a:solidFill>
                  <a:schemeClr val="tx1"/>
                </a:solidFill>
              </a:rPr>
              <a:t>derived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weather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features</a:t>
            </a:r>
            <a:endParaRPr lang="de-DE" sz="1800" dirty="0">
              <a:solidFill>
                <a:schemeClr val="tx1"/>
              </a:solidFill>
            </a:endParaRPr>
          </a:p>
          <a:p>
            <a:pPr lvl="1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60A796-ABD0-4942-B8E9-225816437A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Interaction Features:</a:t>
            </a:r>
          </a:p>
          <a:p>
            <a:pPr lvl="1"/>
            <a:r>
              <a:rPr lang="de-DE" dirty="0" err="1">
                <a:solidFill>
                  <a:schemeClr val="tx1"/>
                </a:solidFill>
              </a:rPr>
              <a:t>weekend_season_interaction</a:t>
            </a:r>
            <a:endParaRPr lang="de-DE" dirty="0">
              <a:solidFill>
                <a:schemeClr val="tx1"/>
              </a:solidFill>
            </a:endParaRPr>
          </a:p>
          <a:p>
            <a:pPr lvl="1"/>
            <a:r>
              <a:rPr lang="de-DE" dirty="0" err="1">
                <a:solidFill>
                  <a:schemeClr val="tx1"/>
                </a:solidFill>
              </a:rPr>
              <a:t>bewoelkung_weekend_interaction</a:t>
            </a:r>
            <a:endParaRPr lang="de-DE" dirty="0">
              <a:solidFill>
                <a:schemeClr val="tx1"/>
              </a:solidFill>
            </a:endParaRPr>
          </a:p>
          <a:p>
            <a:pPr lvl="1"/>
            <a:r>
              <a:rPr lang="de-DE" dirty="0">
                <a:solidFill>
                  <a:schemeClr val="tx1"/>
                </a:solidFill>
              </a:rPr>
              <a:t>…</a:t>
            </a:r>
          </a:p>
          <a:p>
            <a:endParaRPr lang="de-DE" dirty="0">
              <a:solidFill>
                <a:schemeClr val="tx1"/>
              </a:solidFill>
            </a:endParaRPr>
          </a:p>
          <a:p>
            <a:pPr lvl="1"/>
            <a:endParaRPr lang="de-DE" dirty="0">
              <a:solidFill>
                <a:schemeClr val="tx1"/>
              </a:solidFill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287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2FAC3-0921-48B0-82C5-FDC544B6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Characteristics</a:t>
            </a:r>
            <a:r>
              <a:rPr lang="de-DE" dirty="0"/>
              <a:t> – Bar Charts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EEB4F7-6D6F-4034-AF67-F917D8CEB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90" y="2185639"/>
            <a:ext cx="606722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4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2FAC3-0921-48B0-82C5-FDC544B6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Characteristics</a:t>
            </a:r>
            <a:r>
              <a:rPr lang="de-DE" dirty="0"/>
              <a:t> – Bar Charts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AF80622-AA1B-439E-8A54-4483DC2B1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390" y="2185639"/>
            <a:ext cx="606722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0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2FAC3-0921-48B0-82C5-FDC544B6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Characteristics</a:t>
            </a:r>
            <a:r>
              <a:rPr lang="de-DE" dirty="0"/>
              <a:t> – Bar Charts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C87F479-B055-43FA-9AF3-02FE15CF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254" y="2146841"/>
            <a:ext cx="724149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9A0C7-1D76-416A-8630-14C7293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Baseline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A371B-E887-45BB-AAF1-3659649E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Baseline Model: Multiple Linear Regression</a:t>
            </a:r>
          </a:p>
          <a:p>
            <a:r>
              <a:rPr lang="de-DE" dirty="0"/>
              <a:t>2 </a:t>
            </a:r>
            <a:r>
              <a:rPr lang="de-DE" dirty="0" err="1"/>
              <a:t>Numeric</a:t>
            </a:r>
            <a:r>
              <a:rPr lang="de-DE" dirty="0"/>
              <a:t> Features:  Temperatur, Bewölkung</a:t>
            </a:r>
          </a:p>
          <a:p>
            <a:r>
              <a:rPr lang="de-DE" dirty="0"/>
              <a:t>10 </a:t>
            </a:r>
            <a:r>
              <a:rPr lang="de-DE" dirty="0" err="1"/>
              <a:t>Categorical</a:t>
            </a:r>
            <a:r>
              <a:rPr lang="de-DE" dirty="0"/>
              <a:t> Features:  </a:t>
            </a:r>
            <a:r>
              <a:rPr lang="en-US" dirty="0" err="1"/>
              <a:t>Warengruppe</a:t>
            </a:r>
            <a:r>
              <a:rPr lang="en-US" dirty="0"/>
              <a:t>, </a:t>
            </a:r>
            <a:r>
              <a:rPr lang="en-US" dirty="0" err="1"/>
              <a:t>day_of_the_week</a:t>
            </a:r>
            <a:r>
              <a:rPr lang="en-US" dirty="0"/>
              <a:t>, month, </a:t>
            </a:r>
            <a:r>
              <a:rPr lang="en-US" dirty="0" err="1"/>
              <a:t>is_weekend</a:t>
            </a:r>
            <a:r>
              <a:rPr lang="en-US" dirty="0"/>
              <a:t>, </a:t>
            </a:r>
            <a:r>
              <a:rPr lang="en-US" dirty="0" err="1"/>
              <a:t>Is_Holiday</a:t>
            </a:r>
            <a:r>
              <a:rPr lang="en-US" dirty="0"/>
              <a:t>, </a:t>
            </a:r>
            <a:r>
              <a:rPr lang="en-US" dirty="0" err="1"/>
              <a:t>Day_Before_Holiday</a:t>
            </a:r>
            <a:r>
              <a:rPr lang="en-US" dirty="0"/>
              <a:t>, </a:t>
            </a:r>
            <a:r>
              <a:rPr lang="en-US" dirty="0" err="1"/>
              <a:t>KielerWoche</a:t>
            </a:r>
            <a:r>
              <a:rPr lang="en-US" dirty="0"/>
              <a:t>, </a:t>
            </a:r>
            <a:r>
              <a:rPr lang="en-US" dirty="0" err="1"/>
              <a:t>wettercode_category</a:t>
            </a:r>
            <a:r>
              <a:rPr lang="en-US" dirty="0"/>
              <a:t>, season, </a:t>
            </a:r>
            <a:r>
              <a:rPr lang="en-US" dirty="0" err="1"/>
              <a:t>temperature_category</a:t>
            </a:r>
            <a:endParaRPr lang="en-US" dirty="0"/>
          </a:p>
          <a:p>
            <a:r>
              <a:rPr lang="en-US" dirty="0"/>
              <a:t>Through One-Hot encoding ended up with 59 Features in total</a:t>
            </a:r>
          </a:p>
          <a:p>
            <a:r>
              <a:rPr lang="en-US" dirty="0"/>
              <a:t>Performance:</a:t>
            </a:r>
          </a:p>
          <a:p>
            <a:pPr lvl="1"/>
            <a:r>
              <a:rPr lang="en-US" dirty="0"/>
              <a:t>MAPE = 32.76%</a:t>
            </a:r>
          </a:p>
          <a:p>
            <a:pPr lvl="1"/>
            <a:r>
              <a:rPr lang="en-US" dirty="0"/>
              <a:t>R² = 0.7139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1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9A0C7-1D76-416A-8630-14C7293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Improved</a:t>
            </a:r>
            <a:r>
              <a:rPr lang="de-DE" dirty="0"/>
              <a:t> Model – </a:t>
            </a:r>
            <a:r>
              <a:rPr lang="de-DE" dirty="0" err="1"/>
              <a:t>Implemented</a:t>
            </a:r>
            <a:r>
              <a:rPr lang="de-DE" dirty="0"/>
              <a:t>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A371B-E887-45BB-AAF1-3659649E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Time-Enhanced Linear Regression with Bias Correction</a:t>
            </a:r>
          </a:p>
          <a:p>
            <a:pPr lvl="1"/>
            <a:r>
              <a:rPr lang="en-US" dirty="0"/>
              <a:t>Algorithm: Ordinary Least Squares Linear Regression</a:t>
            </a:r>
          </a:p>
          <a:p>
            <a:pPr lvl="1"/>
            <a:r>
              <a:rPr lang="en-US" dirty="0"/>
              <a:t>Training approach: Single model trained on all product categories with one-hot encoding</a:t>
            </a:r>
          </a:p>
          <a:p>
            <a:pPr lvl="1"/>
            <a:r>
              <a:rPr lang="en-US" dirty="0"/>
              <a:t>Bias correction: Post-processing step that adds category-specific mean residuals to predictions</a:t>
            </a:r>
          </a:p>
          <a:p>
            <a:pPr lvl="1"/>
            <a:r>
              <a:rPr lang="en-US" dirty="0"/>
              <a:t>Feature count: 64 features after encoding (2 numeric + 62 categorical dummies)</a:t>
            </a:r>
          </a:p>
        </p:txBody>
      </p:sp>
    </p:spTree>
    <p:extLst>
      <p:ext uri="{BB962C8B-B14F-4D97-AF65-F5344CB8AC3E}">
        <p14:creationId xmlns:p14="http://schemas.microsoft.com/office/powerpoint/2010/main" val="4146397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9A0C7-1D76-416A-8630-14C7293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Improved</a:t>
            </a:r>
            <a:r>
              <a:rPr lang="de-DE" dirty="0"/>
              <a:t> Model – Feature </a:t>
            </a:r>
            <a:r>
              <a:rPr lang="de-DE" dirty="0" err="1"/>
              <a:t>eNgineering</a:t>
            </a:r>
            <a:r>
              <a:rPr lang="de-DE" dirty="0"/>
              <a:t> </a:t>
            </a:r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A371B-E887-45BB-AAF1-3659649E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1. Time Features</a:t>
            </a:r>
          </a:p>
          <a:p>
            <a:pPr lvl="1"/>
            <a:r>
              <a:rPr lang="en-US" dirty="0"/>
              <a:t>Cyclical encoding: </a:t>
            </a:r>
            <a:r>
              <a:rPr lang="en-US" dirty="0" err="1"/>
              <a:t>week_sin</a:t>
            </a:r>
            <a:r>
              <a:rPr lang="en-US" dirty="0"/>
              <a:t>/cos, quarter</a:t>
            </a:r>
          </a:p>
          <a:p>
            <a:pPr lvl="1"/>
            <a:r>
              <a:rPr lang="en-US" dirty="0"/>
              <a:t>Calendar: month, </a:t>
            </a:r>
            <a:r>
              <a:rPr lang="en-US" dirty="0" err="1"/>
              <a:t>day_of_week</a:t>
            </a:r>
            <a:r>
              <a:rPr lang="en-US" dirty="0"/>
              <a:t>, weekend, holiday flags</a:t>
            </a:r>
          </a:p>
          <a:p>
            <a:r>
              <a:rPr lang="en-US" dirty="0"/>
              <a:t>2. Product Group Signal</a:t>
            </a:r>
          </a:p>
          <a:p>
            <a:pPr lvl="1"/>
            <a:r>
              <a:rPr lang="en-US" dirty="0"/>
              <a:t>Group mean sales per </a:t>
            </a:r>
            <a:r>
              <a:rPr lang="en-US" dirty="0" err="1"/>
              <a:t>Warengruppe</a:t>
            </a:r>
            <a:r>
              <a:rPr lang="en-US" dirty="0"/>
              <a:t> (training data only)</a:t>
            </a:r>
          </a:p>
          <a:p>
            <a:r>
              <a:rPr lang="en-US" dirty="0"/>
              <a:t>3. Weather &amp; Context</a:t>
            </a:r>
          </a:p>
          <a:p>
            <a:pPr lvl="1"/>
            <a:r>
              <a:rPr lang="en-US" dirty="0"/>
              <a:t>Numeric: </a:t>
            </a:r>
            <a:r>
              <a:rPr lang="en-US" dirty="0" err="1"/>
              <a:t>Temperatur</a:t>
            </a:r>
            <a:r>
              <a:rPr lang="en-US" dirty="0"/>
              <a:t>, </a:t>
            </a:r>
            <a:r>
              <a:rPr lang="en-US" dirty="0" err="1"/>
              <a:t>Bewoelkung</a:t>
            </a:r>
            <a:endParaRPr lang="en-US" dirty="0"/>
          </a:p>
          <a:p>
            <a:pPr lvl="1"/>
            <a:r>
              <a:rPr lang="en-US" dirty="0"/>
              <a:t>Categories: weather conditions, temperature ranges, season</a:t>
            </a:r>
          </a:p>
          <a:p>
            <a:r>
              <a:rPr lang="en-US" dirty="0"/>
              <a:t>4. Encoding</a:t>
            </a:r>
          </a:p>
          <a:p>
            <a:pPr lvl="1"/>
            <a:r>
              <a:rPr lang="en-US" dirty="0"/>
              <a:t>One-hot encoding: 10 categorical → 64 features total</a:t>
            </a:r>
          </a:p>
          <a:p>
            <a:pPr lvl="1"/>
            <a:r>
              <a:rPr lang="en-US" dirty="0"/>
              <a:t>Outlier clipping + time-aware missing value fill</a:t>
            </a:r>
          </a:p>
          <a:p>
            <a:r>
              <a:rPr lang="en-US" dirty="0"/>
              <a:t>5. Bias Correction</a:t>
            </a:r>
          </a:p>
          <a:p>
            <a:pPr lvl="1"/>
            <a:r>
              <a:rPr lang="en-US" dirty="0"/>
              <a:t>Add per-category mean residual to predictions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993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9A0C7-1D76-416A-8630-14C7293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Improved</a:t>
            </a:r>
            <a:r>
              <a:rPr lang="de-DE" dirty="0"/>
              <a:t> Model – Evaluation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A371B-E887-45BB-AAF1-3659649E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Incremental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: </a:t>
            </a:r>
            <a:r>
              <a:rPr lang="de-DE" dirty="0" err="1"/>
              <a:t>Each</a:t>
            </a:r>
            <a:r>
              <a:rPr lang="de-DE" dirty="0"/>
              <a:t> feature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tested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baseline</a:t>
            </a:r>
            <a:endParaRPr lang="de-DE" dirty="0"/>
          </a:p>
          <a:p>
            <a:r>
              <a:rPr lang="de-DE" dirty="0" err="1"/>
              <a:t>Regularization</a:t>
            </a:r>
            <a:r>
              <a:rPr lang="de-DE" dirty="0"/>
              <a:t>: Lasso (</a:t>
            </a:r>
            <a:r>
              <a:rPr lang="el-GR" dirty="0"/>
              <a:t>α=1) </a:t>
            </a:r>
            <a:r>
              <a:rPr lang="de-DE" dirty="0" err="1"/>
              <a:t>kept</a:t>
            </a:r>
            <a:r>
              <a:rPr lang="de-DE" dirty="0"/>
              <a:t> 33/59 </a:t>
            </a:r>
            <a:r>
              <a:rPr lang="de-DE" dirty="0" err="1"/>
              <a:t>features</a:t>
            </a:r>
            <a:r>
              <a:rPr lang="de-DE" dirty="0"/>
              <a:t> → </a:t>
            </a:r>
            <a:r>
              <a:rPr lang="de-DE" dirty="0" err="1"/>
              <a:t>confirmed</a:t>
            </a:r>
            <a:r>
              <a:rPr lang="de-DE" dirty="0"/>
              <a:t> time/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valuable</a:t>
            </a:r>
            <a:endParaRPr lang="de-DE" dirty="0"/>
          </a:p>
          <a:p>
            <a:r>
              <a:rPr lang="de-DE" dirty="0"/>
              <a:t>Bias </a:t>
            </a:r>
            <a:r>
              <a:rPr lang="de-DE" dirty="0" err="1"/>
              <a:t>detection</a:t>
            </a:r>
            <a:r>
              <a:rPr lang="de-DE" dirty="0"/>
              <a:t>: Per-</a:t>
            </a:r>
            <a:r>
              <a:rPr lang="de-DE" dirty="0" err="1"/>
              <a:t>category</a:t>
            </a:r>
            <a:r>
              <a:rPr lang="de-DE" dirty="0"/>
              <a:t> </a:t>
            </a:r>
            <a:r>
              <a:rPr lang="de-DE" dirty="0" err="1"/>
              <a:t>residuals</a:t>
            </a:r>
            <a:r>
              <a:rPr lang="de-DE" dirty="0"/>
              <a:t> </a:t>
            </a:r>
            <a:r>
              <a:rPr lang="de-DE" dirty="0" err="1"/>
              <a:t>revealed</a:t>
            </a:r>
            <a:r>
              <a:rPr lang="de-DE" dirty="0"/>
              <a:t> </a:t>
            </a:r>
            <a:r>
              <a:rPr lang="de-DE" dirty="0" err="1"/>
              <a:t>systematic</a:t>
            </a:r>
            <a:r>
              <a:rPr lang="de-DE" dirty="0"/>
              <a:t> </a:t>
            </a:r>
            <a:r>
              <a:rPr lang="de-DE" dirty="0" err="1"/>
              <a:t>offsets</a:t>
            </a:r>
            <a:r>
              <a:rPr lang="de-DE" dirty="0"/>
              <a:t> →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improved</a:t>
            </a:r>
            <a:r>
              <a:rPr lang="de-DE" dirty="0"/>
              <a:t> all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uniformly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0795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9A0C7-1D76-416A-8630-14C7293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Improved</a:t>
            </a:r>
            <a:r>
              <a:rPr lang="de-DE" dirty="0"/>
              <a:t> Model - Code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20EFB31-A47E-4998-8B8C-FF17D5BDE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014" y="1987420"/>
            <a:ext cx="753397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0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29A0C7-1D76-416A-8630-14C72934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8CDC888-53AB-415C-A1A1-57666C23C6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MAPE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group</a:t>
            </a:r>
            <a:endParaRPr lang="de-DE" dirty="0"/>
          </a:p>
          <a:p>
            <a:r>
              <a:rPr lang="de-DE" dirty="0"/>
              <a:t>Group 1.0 = 40.03%</a:t>
            </a:r>
          </a:p>
          <a:p>
            <a:r>
              <a:rPr lang="de-DE" dirty="0"/>
              <a:t>Group 2.0 = 26.44%</a:t>
            </a:r>
          </a:p>
          <a:p>
            <a:r>
              <a:rPr lang="de-DE" dirty="0"/>
              <a:t>Group 3.0 = 19.87%</a:t>
            </a:r>
          </a:p>
          <a:p>
            <a:r>
              <a:rPr lang="de-DE" dirty="0"/>
              <a:t>Group 4.0 = 48.49%</a:t>
            </a:r>
          </a:p>
          <a:p>
            <a:r>
              <a:rPr lang="de-DE" dirty="0"/>
              <a:t>Group 5.0 = 16.71%</a:t>
            </a:r>
          </a:p>
          <a:p>
            <a:r>
              <a:rPr lang="de-DE" dirty="0"/>
              <a:t>Group 6.0 = 64.77%</a:t>
            </a:r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93D5AD44-406E-4283-B4D9-48035ECD22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9965"/>
          <a:stretch/>
        </p:blipFill>
        <p:spPr>
          <a:xfrm>
            <a:off x="6504822" y="2261050"/>
            <a:ext cx="5105985" cy="3600000"/>
          </a:xfrm>
        </p:spPr>
      </p:pic>
    </p:spTree>
    <p:extLst>
      <p:ext uri="{BB962C8B-B14F-4D97-AF65-F5344CB8AC3E}">
        <p14:creationId xmlns:p14="http://schemas.microsoft.com/office/powerpoint/2010/main" val="259489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6E8C9-ADCF-40C8-8443-2B7EBC3B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and Errors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E74F6B-B55A-4704-8F0B-15288D13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for Wettercode was a </a:t>
            </a:r>
            <a:r>
              <a:rPr lang="de-DE" dirty="0" err="1"/>
              <a:t>challenge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23%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was </a:t>
            </a:r>
            <a:r>
              <a:rPr lang="de-DE" dirty="0" err="1"/>
              <a:t>missing</a:t>
            </a:r>
            <a:r>
              <a:rPr lang="de-DE" dirty="0"/>
              <a:t>.</a:t>
            </a:r>
          </a:p>
          <a:p>
            <a:r>
              <a:rPr lang="de-DE" dirty="0" err="1"/>
              <a:t>Tried</a:t>
            </a:r>
            <a:r>
              <a:rPr lang="de-DE" dirty="0"/>
              <a:t> </a:t>
            </a:r>
            <a:r>
              <a:rPr lang="de-DE" dirty="0" err="1"/>
              <a:t>getting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open-</a:t>
            </a:r>
            <a:r>
              <a:rPr lang="de-DE" dirty="0" err="1"/>
              <a:t>meteo</a:t>
            </a:r>
            <a:r>
              <a:rPr lang="de-DE" dirty="0"/>
              <a:t>, but </a:t>
            </a:r>
            <a:r>
              <a:rPr lang="de-DE" dirty="0" err="1"/>
              <a:t>it</a:t>
            </a:r>
            <a:r>
              <a:rPr lang="de-DE" dirty="0"/>
              <a:t> was </a:t>
            </a:r>
            <a:r>
              <a:rPr lang="de-DE" dirty="0" err="1"/>
              <a:t>missing</a:t>
            </a:r>
            <a:r>
              <a:rPr lang="de-DE" dirty="0"/>
              <a:t> a </a:t>
            </a:r>
            <a:r>
              <a:rPr lang="de-DE" dirty="0" err="1"/>
              <a:t>lot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WMO-code and </a:t>
            </a:r>
            <a:r>
              <a:rPr lang="de-DE" dirty="0" err="1"/>
              <a:t>didn‘t</a:t>
            </a:r>
            <a:r>
              <a:rPr lang="de-DE" dirty="0"/>
              <a:t> fit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r>
              <a:rPr lang="de-DE" dirty="0" err="1"/>
              <a:t>Employed</a:t>
            </a:r>
            <a:r>
              <a:rPr lang="de-DE" dirty="0"/>
              <a:t> </a:t>
            </a:r>
            <a:r>
              <a:rPr lang="de-DE" dirty="0" err="1"/>
              <a:t>forward</a:t>
            </a:r>
            <a:r>
              <a:rPr lang="de-DE" dirty="0"/>
              <a:t> </a:t>
            </a:r>
            <a:r>
              <a:rPr lang="de-DE" dirty="0" err="1"/>
              <a:t>filling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Monthly-</a:t>
            </a:r>
            <a:r>
              <a:rPr lang="de-DE" dirty="0" err="1"/>
              <a:t>Based</a:t>
            </a:r>
            <a:r>
              <a:rPr lang="de-DE" dirty="0"/>
              <a:t> Mode </a:t>
            </a:r>
            <a:r>
              <a:rPr lang="de-DE" dirty="0" err="1"/>
              <a:t>Fallback</a:t>
            </a:r>
            <a:r>
              <a:rPr lang="de-DE" dirty="0"/>
              <a:t> and Global-</a:t>
            </a:r>
            <a:r>
              <a:rPr lang="de-DE" dirty="0" err="1"/>
              <a:t>Based</a:t>
            </a:r>
            <a:r>
              <a:rPr lang="de-DE" dirty="0"/>
              <a:t> Mode </a:t>
            </a:r>
            <a:r>
              <a:rPr lang="de-DE" dirty="0" err="1"/>
              <a:t>Fallback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1160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6E8C9-ADCF-40C8-8443-2B7EBC3B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Q &amp; 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E74F6B-B55A-4704-8F0B-15288D13B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1343" y="2852300"/>
            <a:ext cx="7589313" cy="27087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800" dirty="0" err="1"/>
              <a:t>Thanks</a:t>
            </a:r>
            <a:r>
              <a:rPr lang="de-DE" sz="4800" dirty="0"/>
              <a:t> for </a:t>
            </a:r>
            <a:r>
              <a:rPr lang="de-DE" sz="4800" dirty="0" err="1"/>
              <a:t>listening</a:t>
            </a:r>
            <a:r>
              <a:rPr lang="de-DE" sz="4800" dirty="0"/>
              <a:t>!</a:t>
            </a:r>
          </a:p>
          <a:p>
            <a:pPr marL="0" indent="0" algn="ctr">
              <a:buNone/>
            </a:pPr>
            <a:r>
              <a:rPr lang="de-DE" sz="4800" dirty="0"/>
              <a:t>Any </a:t>
            </a:r>
            <a:r>
              <a:rPr lang="de-DE" sz="4800" dirty="0" err="1"/>
              <a:t>questions</a:t>
            </a:r>
            <a:r>
              <a:rPr lang="de-DE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586594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Technologie, Design Dividende</Template>
  <TotalTime>0</TotalTime>
  <Words>466</Words>
  <Application>Microsoft Office PowerPoint</Application>
  <PresentationFormat>Breitbild</PresentationFormat>
  <Paragraphs>67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Gill Sans MT</vt:lpstr>
      <vt:lpstr>Wingdings 2</vt:lpstr>
      <vt:lpstr>Dividende</vt:lpstr>
      <vt:lpstr>Bakery Prediction – Room 7</vt:lpstr>
      <vt:lpstr>Dataset Characteristics – New variables</vt:lpstr>
      <vt:lpstr>Dataset Characteristics – Bar Charts</vt:lpstr>
      <vt:lpstr>Dataset Characteristics – Bar Charts</vt:lpstr>
      <vt:lpstr>Dataset Characteristics – Bar Charts</vt:lpstr>
      <vt:lpstr>Baseline Model</vt:lpstr>
      <vt:lpstr>Improved Model – Implemented Model</vt:lpstr>
      <vt:lpstr>Improved Model – Feature eNgineering steps</vt:lpstr>
      <vt:lpstr>Improved Model – Evaluation</vt:lpstr>
      <vt:lpstr>Improved Model - Code</vt:lpstr>
      <vt:lpstr>results</vt:lpstr>
      <vt:lpstr>Challenges and Errors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Bakery Prediction – Room 7</dc:title>
  <dc:creator>Lasse Frohnert</dc:creator>
  <cp:lastModifiedBy>Lasse Frohnert</cp:lastModifiedBy>
  <cp:revision>14</cp:revision>
  <dcterms:created xsi:type="dcterms:W3CDTF">2026-01-08T11:29:38Z</dcterms:created>
  <dcterms:modified xsi:type="dcterms:W3CDTF">2026-01-08T14:48:37Z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